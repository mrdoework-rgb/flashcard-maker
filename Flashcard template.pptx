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73" d="100"/>
          <a:sy n="73" d="100"/>
        </p:scale>
        <p:origin x="25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48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400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34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50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494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54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24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89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25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EE43-C513-6EAE-3859-36DA3F767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BF6EF-710B-2B1E-0D07-BE6812D79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6324669"/>
              </p:ext>
            </p:extLst>
          </p:nvPr>
        </p:nvGraphicFramePr>
        <p:xfrm>
          <a:off x="235130" y="195942"/>
          <a:ext cx="6622870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11435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311435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r>
                        <a:rPr lang="en-GB" dirty="0"/>
                        <a:t>{Question Bank1}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Bank2}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Bank3}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Bank4}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/>
                        <a:t>{Question Bank5</a:t>
                      </a:r>
                      <a:r>
                        <a:rPr lang="en-GB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Bank6}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/>
                        <a:t>{Question Bank7</a:t>
                      </a:r>
                      <a:r>
                        <a:rPr lang="en-GB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Bank8}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96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768F6A-956F-A886-6680-C7577AD0E8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879912"/>
              </p:ext>
            </p:extLst>
          </p:nvPr>
        </p:nvGraphicFramePr>
        <p:xfrm>
          <a:off x="235130" y="195942"/>
          <a:ext cx="6622870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11435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311435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r>
                        <a:rPr lang="en-GB" dirty="0"/>
                        <a:t>{Answer Bank2}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Bank1}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Bank4}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Bank3}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Bank6}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Bank5}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Bank8}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Bank7}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1734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</TotalTime>
  <Words>64</Words>
  <Application>Microsoft Office PowerPoint</Application>
  <PresentationFormat>A4 Paper (210x297 mm)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 Doe</dc:creator>
  <cp:lastModifiedBy>Pat Doe</cp:lastModifiedBy>
  <cp:revision>3</cp:revision>
  <dcterms:created xsi:type="dcterms:W3CDTF">2026-10-06T12:15:50Z</dcterms:created>
  <dcterms:modified xsi:type="dcterms:W3CDTF">2026-10-06T13:52:39Z</dcterms:modified>
</cp:coreProperties>
</file>