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73" d="100"/>
          <a:sy n="73" d="100"/>
        </p:scale>
        <p:origin x="32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48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6788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400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34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508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494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541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246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489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25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EE43-C513-6EAE-3859-36DA3F767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75BF6EF-710B-2B1E-0D07-BE6812D790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2170588"/>
              </p:ext>
            </p:extLst>
          </p:nvPr>
        </p:nvGraphicFramePr>
        <p:xfrm>
          <a:off x="235130" y="195942"/>
          <a:ext cx="6426928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13464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213464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pPr algn="ctr"/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{Title1}</a:t>
                      </a:r>
                    </a:p>
                    <a:p>
                      <a:r>
                        <a:rPr lang="en-GB" sz="1200" dirty="0"/>
                        <a:t>{Question Bank1}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{Title3}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</a:t>
                      </a: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Question Bank2}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{Title3}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{Question Bank3}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{Title4}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{Question Bank4}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{Title5}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{Question Bank5}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{Title6}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{Question Bank6}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{Title7}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{Question Bank7}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{Title8}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/>
                        <a:t>{</a:t>
                      </a:r>
                      <a:r>
                        <a:rPr lang="en-GB" sz="1200" dirty="0"/>
                        <a:t>Question Bank8}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962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A031-621D-F94D-D597-8FC3DEA06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B7BD9F-D426-03E4-9450-725700BF5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139165"/>
              </p:ext>
            </p:extLst>
          </p:nvPr>
        </p:nvGraphicFramePr>
        <p:xfrm>
          <a:off x="235130" y="195942"/>
          <a:ext cx="6426928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13464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213464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{Answer Bank2}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Bank1}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Bank4}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Bank3}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Bank6}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Bank5}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Bank8}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Bank7}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5120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</TotalTime>
  <Words>88</Words>
  <Application>Microsoft Office PowerPoint</Application>
  <PresentationFormat>A4 Paper (210x297 mm)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 Doe</dc:creator>
  <cp:lastModifiedBy>Pat Doe</cp:lastModifiedBy>
  <cp:revision>6</cp:revision>
  <dcterms:created xsi:type="dcterms:W3CDTF">2026-10-06T12:15:50Z</dcterms:created>
  <dcterms:modified xsi:type="dcterms:W3CDTF">2026-10-06T17:56:21Z</dcterms:modified>
</cp:coreProperties>
</file>