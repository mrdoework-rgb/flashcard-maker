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24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CC272-4E3F-4A25-8A5D-637705A41840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07F0-9735-47E2-B777-BF7A931E9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483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CC272-4E3F-4A25-8A5D-637705A41840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07F0-9735-47E2-B777-BF7A931E9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8887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CC272-4E3F-4A25-8A5D-637705A41840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07F0-9735-47E2-B777-BF7A931E9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6788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CC272-4E3F-4A25-8A5D-637705A41840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07F0-9735-47E2-B777-BF7A931E9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005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CC272-4E3F-4A25-8A5D-637705A41840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07F0-9735-47E2-B777-BF7A931E9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34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CC272-4E3F-4A25-8A5D-637705A41840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07F0-9735-47E2-B777-BF7A931E9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508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CC272-4E3F-4A25-8A5D-637705A41840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07F0-9735-47E2-B777-BF7A931E9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4494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CC272-4E3F-4A25-8A5D-637705A41840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07F0-9735-47E2-B777-BF7A931E9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9048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CC272-4E3F-4A25-8A5D-637705A41840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07F0-9735-47E2-B777-BF7A931E9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541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CC272-4E3F-4A25-8A5D-637705A41840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07F0-9735-47E2-B777-BF7A931E9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7246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CC272-4E3F-4A25-8A5D-637705A41840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607F0-9735-47E2-B777-BF7A931E9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4897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4CC272-4E3F-4A25-8A5D-637705A41840}" type="datetimeFigureOut">
              <a:rPr lang="en-GB" smtClean="0"/>
              <a:t>06/10/2026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607F0-9735-47E2-B777-BF7A931E90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8251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CEE43-C513-6EAE-3859-36DA3F767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75BF6EF-710B-2B1E-0D07-BE6812D79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170588"/>
              </p:ext>
            </p:extLst>
          </p:nvPr>
        </p:nvGraphicFramePr>
        <p:xfrm>
          <a:off x="235130" y="195942"/>
          <a:ext cx="6426928" cy="95881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13464">
                  <a:extLst>
                    <a:ext uri="{9D8B030D-6E8A-4147-A177-3AD203B41FA5}">
                      <a16:colId xmlns:a16="http://schemas.microsoft.com/office/drawing/2014/main" val="2686949140"/>
                    </a:ext>
                  </a:extLst>
                </a:gridCol>
                <a:gridCol w="3213464">
                  <a:extLst>
                    <a:ext uri="{9D8B030D-6E8A-4147-A177-3AD203B41FA5}">
                      <a16:colId xmlns:a16="http://schemas.microsoft.com/office/drawing/2014/main" val="2166991535"/>
                    </a:ext>
                  </a:extLst>
                </a:gridCol>
              </a:tblGrid>
              <a:tr h="2397034">
                <a:tc>
                  <a:txBody>
                    <a:bodyPr/>
                    <a:lstStyle/>
                    <a:p>
                      <a:pPr algn="ctr"/>
                      <a:r>
                        <a:rPr lang="en-GB" b="1" u="sng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</a:rPr>
                        <a:t>{Title1}</a:t>
                      </a:r>
                    </a:p>
                    <a:p>
                      <a:r>
                        <a:rPr lang="en-GB" sz="1200" dirty="0"/>
                        <a:t>{Question Bank1}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u="sng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</a:rPr>
                        <a:t>{Title3}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Question Bank2}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178495528"/>
                  </a:ext>
                </a:extLst>
              </a:tr>
              <a:tr h="239703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u="sng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</a:rPr>
                        <a:t>{Title3}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{Question Bank3}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u="sng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</a:rPr>
                        <a:t>{Title4}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{Question Bank4}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982041558"/>
                  </a:ext>
                </a:extLst>
              </a:tr>
              <a:tr h="239703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u="sng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</a:rPr>
                        <a:t>{Title5}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{Question Bank5}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u="sng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</a:rPr>
                        <a:t>{Title6}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{Question Bank6}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4116867706"/>
                  </a:ext>
                </a:extLst>
              </a:tr>
              <a:tr h="239703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u="sng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</a:rPr>
                        <a:t>{Title7}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{Question Bank7}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1" u="sng" dirty="0">
                          <a:solidFill>
                            <a:schemeClr val="bg1"/>
                          </a:solidFill>
                          <a:highlight>
                            <a:srgbClr val="000000"/>
                          </a:highlight>
                        </a:rPr>
                        <a:t>{Title8}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/>
                        <a:t>{</a:t>
                      </a:r>
                      <a:r>
                        <a:rPr lang="en-GB" sz="1200" dirty="0"/>
                        <a:t>Question Bank8}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3983019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962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8A031-621D-F94D-D597-8FC3DEA06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B7BD9F-D426-03E4-9450-725700BF5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522050"/>
              </p:ext>
            </p:extLst>
          </p:nvPr>
        </p:nvGraphicFramePr>
        <p:xfrm>
          <a:off x="235130" y="195942"/>
          <a:ext cx="6426928" cy="95881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13464">
                  <a:extLst>
                    <a:ext uri="{9D8B030D-6E8A-4147-A177-3AD203B41FA5}">
                      <a16:colId xmlns:a16="http://schemas.microsoft.com/office/drawing/2014/main" val="2686949140"/>
                    </a:ext>
                  </a:extLst>
                </a:gridCol>
                <a:gridCol w="3213464">
                  <a:extLst>
                    <a:ext uri="{9D8B030D-6E8A-4147-A177-3AD203B41FA5}">
                      <a16:colId xmlns:a16="http://schemas.microsoft.com/office/drawing/2014/main" val="2166991535"/>
                    </a:ext>
                  </a:extLst>
                </a:gridCol>
              </a:tblGrid>
              <a:tr h="2397034">
                <a:tc>
                  <a:txBody>
                    <a:bodyPr/>
                    <a:lstStyle/>
                    <a:p>
                      <a:pPr algn="ctr"/>
                      <a:r>
                        <a:rPr lang="en-GB" sz="1200" b="0" dirty="0"/>
                        <a:t>{Answer Bank2}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{Answer Bank1}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495528"/>
                  </a:ext>
                </a:extLst>
              </a:tr>
              <a:tr h="239703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{Answer Bank4}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{Answer Bank3}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2041558"/>
                  </a:ext>
                </a:extLst>
              </a:tr>
              <a:tr h="239703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{Answer Bank6}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{Answer Bank5}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6867706"/>
                  </a:ext>
                </a:extLst>
              </a:tr>
              <a:tr h="239703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{Answer Bank8}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dirty="0"/>
                        <a:t>{Answer Bank7}</a:t>
                      </a:r>
                    </a:p>
                  </a:txBody>
                  <a:tcPr marL="137160" marR="137160" marT="137160" marB="13716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3019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5120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88</Words>
  <Application>Microsoft Office PowerPoint</Application>
  <PresentationFormat>A4 Paper (210x297 mm)</PresentationFormat>
  <Paragraphs>24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 Doe</dc:creator>
  <cp:lastModifiedBy>Pat Doe</cp:lastModifiedBy>
  <cp:revision>7</cp:revision>
  <dcterms:created xsi:type="dcterms:W3CDTF">2026-10-06T12:15:50Z</dcterms:created>
  <dcterms:modified xsi:type="dcterms:W3CDTF">2026-10-06T20:48:30Z</dcterms:modified>
</cp:coreProperties>
</file>