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  <p:sldId id="256" r:id="rId3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1" autoAdjust="0"/>
    <p:restoredTop sz="94660"/>
  </p:normalViewPr>
  <p:slideViewPr>
    <p:cSldViewPr snapToGrid="0">
      <p:cViewPr varScale="1">
        <p:scale>
          <a:sx n="73" d="100"/>
          <a:sy n="73" d="100"/>
        </p:scale>
        <p:origin x="255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4CC272-4E3F-4A25-8A5D-637705A41840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A607F0-9735-47E2-B777-BF7A931E900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64836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4CC272-4E3F-4A25-8A5D-637705A41840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A607F0-9735-47E2-B777-BF7A931E900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88877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4CC272-4E3F-4A25-8A5D-637705A41840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A607F0-9735-47E2-B777-BF7A931E900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67884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4CC272-4E3F-4A25-8A5D-637705A41840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A607F0-9735-47E2-B777-BF7A931E900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40058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4CC272-4E3F-4A25-8A5D-637705A41840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A607F0-9735-47E2-B777-BF7A931E900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893439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4CC272-4E3F-4A25-8A5D-637705A41840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A607F0-9735-47E2-B777-BF7A931E900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185084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4CC272-4E3F-4A25-8A5D-637705A41840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A607F0-9735-47E2-B777-BF7A931E900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4494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4CC272-4E3F-4A25-8A5D-637705A41840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A607F0-9735-47E2-B777-BF7A931E900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190488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4CC272-4E3F-4A25-8A5D-637705A41840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A607F0-9735-47E2-B777-BF7A931E900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925412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4CC272-4E3F-4A25-8A5D-637705A41840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A607F0-9735-47E2-B777-BF7A931E900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372467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4CC272-4E3F-4A25-8A5D-637705A41840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A607F0-9735-47E2-B777-BF7A931E900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948978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4CC272-4E3F-4A25-8A5D-637705A41840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DA607F0-9735-47E2-B777-BF7A931E900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582515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0CEE43-C513-6EAE-3859-36DA3F767D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75BF6EF-710B-2B1E-0D07-BE6812D790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9373464"/>
              </p:ext>
            </p:extLst>
          </p:nvPr>
        </p:nvGraphicFramePr>
        <p:xfrm>
          <a:off x="235130" y="195942"/>
          <a:ext cx="6622870" cy="958813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311435">
                  <a:extLst>
                    <a:ext uri="{9D8B030D-6E8A-4147-A177-3AD203B41FA5}">
                      <a16:colId xmlns:a16="http://schemas.microsoft.com/office/drawing/2014/main" val="2686949140"/>
                    </a:ext>
                  </a:extLst>
                </a:gridCol>
                <a:gridCol w="3311435">
                  <a:extLst>
                    <a:ext uri="{9D8B030D-6E8A-4147-A177-3AD203B41FA5}">
                      <a16:colId xmlns:a16="http://schemas.microsoft.com/office/drawing/2014/main" val="2166991535"/>
                    </a:ext>
                  </a:extLst>
                </a:gridCol>
              </a:tblGrid>
              <a:tr h="2397034">
                <a:tc>
                  <a:txBody>
                    <a:bodyPr/>
                    <a:lstStyle/>
                    <a:p>
                      <a:r>
                        <a:rPr lang="en-GB" dirty="0"/>
                        <a:t>{Question Bank1}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{Question Bank2}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495528"/>
                  </a:ext>
                </a:extLst>
              </a:tr>
              <a:tr h="2397034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{Question Bank3}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{Question Bank4}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2041558"/>
                  </a:ext>
                </a:extLst>
              </a:tr>
              <a:tr h="2397034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/>
                        <a:t>{Question Bank5</a:t>
                      </a:r>
                      <a:r>
                        <a:rPr lang="en-GB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{Question Bank6}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6867706"/>
                  </a:ext>
                </a:extLst>
              </a:tr>
              <a:tr h="2397034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/>
                        <a:t>{Question Bank7</a:t>
                      </a:r>
                      <a:r>
                        <a:rPr lang="en-GB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{Question Bank8}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30199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609627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5768F6A-956F-A886-6680-C7577AD0E8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5291843"/>
              </p:ext>
            </p:extLst>
          </p:nvPr>
        </p:nvGraphicFramePr>
        <p:xfrm>
          <a:off x="235130" y="195942"/>
          <a:ext cx="6622870" cy="958813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311435">
                  <a:extLst>
                    <a:ext uri="{9D8B030D-6E8A-4147-A177-3AD203B41FA5}">
                      <a16:colId xmlns:a16="http://schemas.microsoft.com/office/drawing/2014/main" val="2686949140"/>
                    </a:ext>
                  </a:extLst>
                </a:gridCol>
                <a:gridCol w="3311435">
                  <a:extLst>
                    <a:ext uri="{9D8B030D-6E8A-4147-A177-3AD203B41FA5}">
                      <a16:colId xmlns:a16="http://schemas.microsoft.com/office/drawing/2014/main" val="2166991535"/>
                    </a:ext>
                  </a:extLst>
                </a:gridCol>
              </a:tblGrid>
              <a:tr h="2397034">
                <a:tc>
                  <a:txBody>
                    <a:bodyPr/>
                    <a:lstStyle/>
                    <a:p>
                      <a:r>
                        <a:rPr lang="en-GB" dirty="0"/>
                        <a:t>{Answer Bank1}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{Answer Bank2}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495528"/>
                  </a:ext>
                </a:extLst>
              </a:tr>
              <a:tr h="2397034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{Answer Bank3}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{Answer Bank4}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2041558"/>
                  </a:ext>
                </a:extLst>
              </a:tr>
              <a:tr h="2397034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{Answer Bank5}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{Answer Bank6}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6867706"/>
                  </a:ext>
                </a:extLst>
              </a:tr>
              <a:tr h="2397034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{Answer Bank7}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{Answer Bank8}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30199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717340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</TotalTime>
  <Words>64</Words>
  <Application>Microsoft Office PowerPoint</Application>
  <PresentationFormat>A4 Paper (210x297 mm)</PresentationFormat>
  <Paragraphs>16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Pat Doe</dc:creator>
  <cp:lastModifiedBy>Pat Doe</cp:lastModifiedBy>
  <cp:revision>1</cp:revision>
  <dcterms:created xsi:type="dcterms:W3CDTF">2026-10-06T12:15:50Z</dcterms:created>
  <dcterms:modified xsi:type="dcterms:W3CDTF">2026-10-06T12:21:21Z</dcterms:modified>
</cp:coreProperties>
</file>